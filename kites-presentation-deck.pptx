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jp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gtruongan/study/Kites/README_images/Gemini_Generated_Image_f7lh52f7lh52f7lh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731520"/>
            <a:ext cx="5394960" cy="5394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097280"/>
            <a:ext cx="347472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097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AI BUILDERS HACKATHON 2026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6459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Kites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65176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Spatial In-Browser Manga &amp; Comic Translator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34747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Client-Side WebGPU Neural Pipeline • Zero Python • Zero Cloud Lock-in • Authentic Comic Lettering in Real-Time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512064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2578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Creator: </a:t>
            </a:r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Unheat (dangtruongan)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https://kites-translator.pages.dev  •  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Unheat/Kites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Raw Comics is Broken and Painful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manga translation tools force users into trade-offs between impossible setups and expensive paywalls.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45920" y="2148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Python/CUDA Setups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6060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Legacy tools like Cotrans require downloading gigabytes of PyTorch models, configuring CUDA environments, and terminal commands that 99% of readers cannot set up.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82880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42632" y="2148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Aggressive Cloud Paywalls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42632" y="26060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browser extensions charge $10/month subscriptions, impose strict daily page limits, or sell credits that run out after two manga chapters.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526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64592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Severe Privacy Risks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translation services upload user reading data and images to third-party servers, compromising user privacy and copyright integrity.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45352" y="425196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4526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342632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Ugly White-Box UX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42632" y="50292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Crude rectangle erasers obliterate surrounding linework, screentones, and textures, replacing artwork with jarring white blocks.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SOLUTION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Kites: 100% Local-First In-Browser AI Translation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ultra-lightweight Chrome Extension running neural computer vision, generative inpainting, and typesetting right inside your browser.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06040" cy="429768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488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48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SETUP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Browser Extension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unpacked in 30 seconds. Works natively on Chromium browsers without Python, Docker, or command-line dependencies.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74136" y="1828800"/>
            <a:ext cx="2606040" cy="429768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02736" y="21488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2148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ACCELERATED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02736" y="2651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WebGPU Engine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02736" y="338328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PaddleOCR detection and LaMa Manga inpainting execute on your device graphics card via ONNX Runtime Web with zero server compute.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1828800"/>
            <a:ext cx="2606040" cy="429768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28232" y="21488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2148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PRIVATE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28232" y="2651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Data Uploads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28232" y="338328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Images are processed entirely in browser memory and cached in local IndexedDB. Comic panels never touch our servers.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25128" y="1828800"/>
            <a:ext cx="2606040" cy="429768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53728" y="21488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53728" y="2148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2D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COMIC-AWARE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53728" y="2651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 Typesetting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53728" y="338328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balloon shapes, balances line wrapping, auto-sizes dialogue fonts, and bakes translated text cleanly into comic panels.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TARGET USERS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Needs Kites: Global Manga &amp; Web Comic Ecosystem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Serving millions of international comic enthusiasts, social media readers, and scanlation creators.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4297680"/>
          </a:xfrm>
          <a:prstGeom prst="roundRect">
            <a:avLst>
              <a:gd name="adj" fmla="val 3896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Manga &amp; Webtoon Fans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70M+ readers globally wait weeks or months for fan scanlations of Japanese raw chapters.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KITES EMPOWERS THEM: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 untranslated chapters instantly on raw manga sites with one click, preserving original panel art and dialogue emotion.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25112" y="1828800"/>
            <a:ext cx="3520440" cy="4297680"/>
          </a:xfrm>
          <a:prstGeom prst="roundRect">
            <a:avLst>
              <a:gd name="adj" fmla="val 3896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2103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99432" y="27432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Media Comic Readers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99432" y="33832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99432" y="3657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Millions of comic strips and indie creator illustrations are shared daily on X (Twitter), Pixiv, and Reddit in Japanese, Korean, or Chinese.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99432" y="46634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KITES EMPOWERS THEM: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9432" y="49377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subtle CSS-anchored Hover button lets users read indie artwork directly in their timeline without taking screenshots or copying text.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01584" y="1828800"/>
            <a:ext cx="3520440" cy="4297680"/>
          </a:xfrm>
          <a:prstGeom prst="roundRect">
            <a:avLst>
              <a:gd name="adj" fmla="val 3896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75904" y="2103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375904" y="27432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Scanlators &amp; Content Creators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75904" y="33832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75904" y="3657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scanlation requires hours of tedious Photoshop editing: cloning stamps, redrawing screentones, and retyping fonts.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75904" y="46634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KITES EMPOWERS THEM: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75904" y="49377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Kites Studio provides an interactive 8-point bounding box editor to polish translations, adjust balloon text, and export 1:1 lossless PNGs.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PRODUCT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Frictionless In-Page Interaction &amp; Dedicated Studio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versatile browsing trigger modes paired with an interactive full-screen post-editor.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217920" cy="4297680"/>
          </a:xfrm>
          <a:prstGeom prst="roundRect">
            <a:avLst>
              <a:gd name="adj" fmla="val 3191"/>
            </a:avLst>
          </a:prstGeom>
          <a:solidFill>
            <a:srgbClr val="131B2E"/>
          </a:solidFill>
          <a:ln w="12700">
            <a:solidFill>
              <a:srgbClr val="818CF8"/>
            </a:solidFill>
            <a:prstDash val="solid"/>
          </a:ln>
        </p:spPr>
      </p:sp>
      <p:pic>
        <p:nvPicPr>
          <p:cNvPr id="7" name="Image 0" descr="/Users/dangtruongan/study/Kites/README_images/UI-feature/kite_studio_edit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965960"/>
            <a:ext cx="5943600" cy="4023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040880" y="1828800"/>
            <a:ext cx="4572000" cy="1005840"/>
          </a:xfrm>
          <a:prstGeom prst="roundRect">
            <a:avLst>
              <a:gd name="adj" fmla="val 10909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69480" y="1965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🖱️ In-Page Hover Translation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69480" y="22402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Hover over any image to reveal the floating translation badge. Translates directly over comic panels with zero DOM layout shift.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40880" y="2926080"/>
            <a:ext cx="4572000" cy="1005840"/>
          </a:xfrm>
          <a:prstGeom prst="roundRect">
            <a:avLst>
              <a:gd name="adj" fmla="val 10909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69480" y="3063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📌 Persistent Pins &amp; 🚀 Auto-Translate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269480" y="3337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action badges pinned across all comic panels, or enable Viewport Auto-Translate to queue chapters automatically as you scroll.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040880" y="4023360"/>
            <a:ext cx="4572000" cy="1005840"/>
          </a:xfrm>
          <a:prstGeom prst="roundRect">
            <a:avLst>
              <a:gd name="adj" fmla="val 10909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69480" y="4160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🛠️ Built-in Kites Studio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269480" y="4434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Triple-view inspection (Original, Clean Inpaint, Typeset), 8-point interactive bounding box resizing, and lossless 1:1 PNG export.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040880" y="5120640"/>
            <a:ext cx="4572000" cy="1005840"/>
          </a:xfrm>
          <a:prstGeom prst="roundRect">
            <a:avLst>
              <a:gd name="adj" fmla="val 10909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6948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SPA Reversion Shield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269480" y="5532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MutationObserver guards prevent modern React/SPA frameworks (X/Twitter, Reddit) from resetting translated images back to raw scans.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VISUAL PROOF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Uncompromising Quality: Zero White Boxes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Neural background inpainting erases strictly within character contours, preserving line art and screen tones.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4389120"/>
          </a:xfrm>
          <a:prstGeom prst="roundRect">
            <a:avLst>
              <a:gd name="adj" fmla="val 3125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JAPANESE ➔ ENGLISH (Sato-san benchmark)</a:t>
            </a:r>
            <a:endParaRPr lang="en-US" sz="1100" dirty="0"/>
          </a:p>
        </p:txBody>
      </p:sp>
      <p:pic>
        <p:nvPicPr>
          <p:cNvPr id="8" name="Image 0" descr="/Users/dangtruongan/study/Kites/README_images/input/demo2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2331720"/>
            <a:ext cx="2286000" cy="3657600"/>
          </a:xfrm>
          <a:prstGeom prst="rect">
            <a:avLst/>
          </a:prstGeom>
        </p:spPr>
      </p:pic>
      <p:pic>
        <p:nvPicPr>
          <p:cNvPr id="9" name="Image 1" descr="/Users/dangtruongan/study/Kites/README_images/result/demo2_resul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83280" y="2331720"/>
            <a:ext cx="2286000" cy="3657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45352" y="1828800"/>
            <a:ext cx="5394960" cy="4389120"/>
          </a:xfrm>
          <a:prstGeom prst="roundRect">
            <a:avLst>
              <a:gd name="adj" fmla="val 3125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19672" y="1965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JAPANESE ➔ VIETNAMESE (Pixiv #145272482)</a:t>
            </a:r>
            <a:endParaRPr lang="en-US" sz="1100" dirty="0"/>
          </a:p>
        </p:txBody>
      </p:sp>
      <p:pic>
        <p:nvPicPr>
          <p:cNvPr id="12" name="Image 2" descr="/Users/dangtruongan/study/Kites/README_images/input/demo7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19672" y="2331720"/>
            <a:ext cx="2286000" cy="3657600"/>
          </a:xfrm>
          <a:prstGeom prst="rect">
            <a:avLst/>
          </a:prstGeom>
        </p:spPr>
      </p:pic>
      <p:pic>
        <p:nvPicPr>
          <p:cNvPr id="13" name="Image 3" descr="/Users/dangtruongan/study/Kites/README_images/result/demo7_resul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79992" y="2331720"/>
            <a:ext cx="2286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TECHNICAL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Manifest V3 Offscreen Document Sandboxing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Overcoming service worker lifecycle limits to run persistent WebGPU neural computation.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In-Page Scanner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Script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2240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Discovers DOM &lt;img&gt; elements ≥150px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Attaches CSS Anchor hover button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Wipes responsive srcset candidates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SPA Reversion Shield (MutationObserver)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74136" y="192024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21945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Message Hub &amp; Queue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57016" y="25146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Worker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57016" y="2926080"/>
            <a:ext cx="2240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Deduplicates redundant triggers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Enforces 1–5 task concurrency queue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Token-bucket rate limiter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Routes explicit target/source RPC markers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9632" y="192024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1945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WebGPU Sandbox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82512" y="25146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Offscreen Document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82512" y="2926080"/>
            <a:ext cx="2240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Persistent context (no SW timeouts)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PaddleOCR DBNet rotated detection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Promise.all: Inpaint + Translation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4-Pass binary-search typesetting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25128" y="192024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08008" y="21945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Storage &amp; Display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08008" y="25146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Dexie IndexedDB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208008" y="2926080"/>
            <a:ext cx="2240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Stores clean plate + TextBlocks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Automatic 7-day TTL cache pruning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Converts Base64 to safe Blob URLs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Studio editor interactive re-rendering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AI TECHNOLOGIES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4 Core Pillars of the Kites AI Engine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Orchestrating computer vision, graph clustering, generative diffusion, and LLM inference.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COMPUTER VISION (OCR)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PaddleOCR DBNet + SVTR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ONNX Runtime Web via WebGPU/WASM. Detects arbitrary rotated 4-point convex hull polygons (dt_polys) with projective perspective crop homography.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82880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0574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SPATIAL GEOMETRY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19672" y="2331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Kruskal Minimum Spanning Tree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19672" y="27889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Direction detection (connected-component majority scoring) + 14-stage noise battery + Kruskal MST bubble clustering to reconstruct natural reading order.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4805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GENERATIVE INPAINTING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47548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LaMa Manga &amp; AOT-GAN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521208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Zero-resizing 1:1 scale dynamic 64px patch bucketing. Erases strictly along character contour polygons with UNCLIP 1.8 expansion to preserve line art.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45352" y="425196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44805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 TRANSLATION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19672" y="47548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WebLLM &amp; Cloudflare Shared Pool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19672" y="521208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on-device WebLLM (Qwen 2.5, Llama 3.2) or zero-cost Cloudflare Worker pool with Google OAuth and multi-provider fallback (Mistral -&gt; Gemma -&gt; Groq).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IMPACT &amp; VALUE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Democratizing Visual Storytelling at Zero Server Cost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sustainable, highly scalable consumer product engineered for privacy and accessibility.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1554480"/>
          </a:xfrm>
          <a:prstGeom prst="roundRect">
            <a:avLst>
              <a:gd name="adj" fmla="val 8824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Marginal Server Cost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WebGPU compute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25112" y="1828800"/>
            <a:ext cx="3520440" cy="1554480"/>
          </a:xfrm>
          <a:prstGeom prst="roundRect">
            <a:avLst>
              <a:gd name="adj" fmla="val 8824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2011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07992" y="2606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Privacy Guaranteed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07992" y="28803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images uploaded to cloud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828800"/>
            <a:ext cx="3520440" cy="1554480"/>
          </a:xfrm>
          <a:prstGeom prst="roundRect">
            <a:avLst>
              <a:gd name="adj" fmla="val 8824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4464" y="2011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3s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84464" y="2606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Pipeline Latency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84464" y="28803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inpaint + translation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5394960" cy="2468880"/>
          </a:xfrm>
          <a:prstGeom prst="roundRect">
            <a:avLst>
              <a:gd name="adj" fmla="val 5556"/>
            </a:avLst>
          </a:prstGeom>
          <a:solidFill>
            <a:srgbClr val="1A1523"/>
          </a:solidFill>
          <a:ln w="12700">
            <a:solidFill>
              <a:srgbClr val="4B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40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D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KITES (STATUS QUO)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2062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$10/month cloud subscription fees with token limits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Painful terminal setup (Python, PyTorch, CUDA, Git)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Crude white boxes destroying comic backgrounds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Personal reading history uploaded to unknown servers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45352" y="3657600"/>
            <a:ext cx="5394960" cy="2468880"/>
          </a:xfrm>
          <a:prstGeom prst="roundRect">
            <a:avLst>
              <a:gd name="adj" fmla="val 5556"/>
            </a:avLst>
          </a:prstGeom>
          <a:solidFill>
            <a:srgbClr val="0D2423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3840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KITES (LOCAL-FIRST ERA)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19672" y="42062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Free &amp; Unlimited reading with zero subscriptions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One-click Chrome extension install (no terminal needed)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Clean LaMa neural inpainting preserving original art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On-device privacy with zero cloud image uploads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ROADMAP &amp; FUTURE 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Scaling Kites: Next Milestones &amp; Community Launch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Expanding platform reach, multi-language OCR coverage, and creator tooling.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4167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 2026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60320" y="2103120"/>
            <a:ext cx="1234440" cy="228600"/>
          </a:xfrm>
          <a:prstGeom prst="roundRect">
            <a:avLst>
              <a:gd name="adj" fmla="val 48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10312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Engine &amp; Release v1.0.3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97180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WebGPU ONNX PaddleOCR &amp; LaMa Inpainting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Kruskal-MST spatial bubble clustering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Interactive Kites Studio 8-point editor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Pre-built zip &amp; Chrome Web Store submission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5112" y="1828800"/>
            <a:ext cx="3520440" cy="3291840"/>
          </a:xfrm>
          <a:prstGeom prst="roundRect">
            <a:avLst>
              <a:gd name="adj" fmla="val 4167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 2026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36792" y="2103120"/>
            <a:ext cx="1234440" cy="228600"/>
          </a:xfrm>
          <a:prstGeom prst="roundRect">
            <a:avLst>
              <a:gd name="adj" fmla="val 48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210312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99432" y="2514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Launch &amp; Cross-Browser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99432" y="297180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Chrome Web Store official public release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Firefox MV3 &amp; Microsoft Edge packaging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Dynamic WebLLM model download manager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Custom comic typography font packs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01584" y="1828800"/>
            <a:ext cx="3520440" cy="3291840"/>
          </a:xfrm>
          <a:prstGeom prst="roundRect">
            <a:avLst>
              <a:gd name="adj" fmla="val 4167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 2027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113264" y="2103120"/>
            <a:ext cx="1234440" cy="228600"/>
          </a:xfrm>
          <a:prstGeom prst="roundRect">
            <a:avLst>
              <a:gd name="adj" fmla="val 48000"/>
            </a:avLst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13264" y="210312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75904" y="2514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Asian OCR Expansion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75904" y="297180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Vertical Korean Hangul dedicated dictionary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Traditional Chinese Manhua tuning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Canvas / WebGL viewport screen snipping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Community scanlation cloud sync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11091672" cy="9144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Kites Today: </a:t>
            </a:r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https://kites-translator.pages.dev  •  </a:t>
            </a:r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 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https://github.com/Unheat/Kites  •  </a:t>
            </a:r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Contact: 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andangtruong085@gmail.com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Kites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Kites: Spatial In-Browser Manga Translator — Presentation Deck</dc:title>
  <dc:subject>PptxGenJS Presentation</dc:subject>
  <dc:creator>Unheat</dc:creator>
  <cp:lastModifiedBy>Unheat</cp:lastModifiedBy>
  <cp:revision>1</cp:revision>
  <dcterms:created xsi:type="dcterms:W3CDTF">2026-09-15T19:29:19Z</dcterms:created>
  <dcterms:modified xsi:type="dcterms:W3CDTF">2026-09-15T19:29:19Z</dcterms:modified>
</cp:coreProperties>
</file>